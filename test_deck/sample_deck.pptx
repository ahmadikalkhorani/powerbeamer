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ppt/presentation.xml><?xml version="1.0" encoding="utf-8"?>
<p:presentation xmlns:p="http://schemas.openxmlformats.org/presentationml/2006/main" xmlns:r="http://schemas.openxmlformats.org/officeDocument/2006/relationships" xmlns:p14="http://schemas.microsoft.com/office/powerpoint/2010/main" xmlns:a="http://schemas.openxmlformats.org/drawingml/2006/main">
  <p:sldSz cx="12192000" cy="6858000"/>
  <p:sldIdLst>
    <p:sldId id="256" r:id="rId1"/>
  </p:sldIdLst>
  <p:extLst>
    <p:ext uri="{521415D9-36F7-43E2-AB2F-B90AF26B5E84}">
      <p14:sectionLst>
        <p14:section name="Introduction" id="{1234}">
          <p14:sldIdLst>
            <p14:sldId id="256"/>
          </p14:sldIdLst>
        </p14:section>
      </p14:sectionLst>
    </p:ext>
  </p:extLst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nvSpPr>
          <p:nvPr>
            <p:ph type="body"/>
          </p:nvPr>
        </p:nvSpPr>
        <p:txBody>
          <a:p>
            <a:r>
              <a:t>Welcome everyone. Highlight the physical qubit coherence times today.</a:t>
            </a:r>
          </a:p>
        </p:txBody>
      </p:sp>
    </p:spTree>
  </p:cSld>
</p:notes>
</file>

<file path=ppt/slides/_rels/slide1.xml.rels><Relationships xmlns="http://schemas.openxmlformats.org/package/2006/relationships"><Relationship Id="rNotes" Type="http://schemas.openxmlformats.org/officeDocument/2006/relationships/notesSlide" Target="../notesSlides/notesSlide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nvPr>
            <p:ph type="title"/>
          </p:nvPr>
        </p:nvSpPr>
        <p:txBody>
          <a:p>
            <a:r>
              <a:t>Quantum Computing Overview</a:t>
            </a:r>
          </a:p>
        </p:txBody>
      </p:sp>
    </p:spTree>
  </p:cSld>
</p:sld>
</file>