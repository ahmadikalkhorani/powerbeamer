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ppt/presentation.xml><?xml version="1.0" encoding="utf-8"?>
<p:presentation xmlns:p="http://schemas.openxmlformats.org/presentationml/2006/main" xmlns:a="http://schemas.openxmlformats.org/drawingml/2006/main">
  <p:sldSz cx="12192000" cy="6858000"/>
  <p:sectionLst>
    <p:section name="Introduction" id="{1234}"/>
  </p:sectionLst>
</p:presentation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nvPr>
            <p:ph type="body"/>
          </p:nvPr>
        </p:nvSpPr>
        <p:txBody>
          <a:p>
            <a:r>
              <a:t>Welcome everyone. Highlight the physical qubit coherence times today.</a:t>
            </a:r>
          </a:p>
        </p:txBody>
      </p:sp>
    </p:spTree>
  </p:cSld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Quantum Computing Overview</a:t>
            </a:r>
          </a:p>
        </p:txBody>
      </p:sp>
    </p:spTree>
  </p:cSld>
</p:sld>
</file>